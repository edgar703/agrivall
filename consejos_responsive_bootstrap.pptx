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20040"/>
            <a:ext cx="7863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4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Responsive con Bootstrap: empieza por móvil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603504" y="786384"/>
            <a:ext cx="8412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La clave: diseñar de pequeño a grande y dejar que la grid escale.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777240" y="1325880"/>
            <a:ext cx="2011680" cy="4434840"/>
          </a:xfrm>
          <a:prstGeom prst="roundRect">
            <a:avLst>
              <a:gd name="adj" fmla="val 8182"/>
            </a:avLst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86968" y="1490472"/>
            <a:ext cx="1792224" cy="4105656"/>
          </a:xfrm>
          <a:prstGeom prst="roundRect">
            <a:avLst>
              <a:gd name="adj" fmla="val 5102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97280" y="1828800"/>
            <a:ext cx="1371600" cy="256032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97280" y="2240280"/>
            <a:ext cx="1371600" cy="960120"/>
          </a:xfrm>
          <a:prstGeom prst="rect">
            <a:avLst/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97280" y="3383280"/>
            <a:ext cx="1371600" cy="502920"/>
          </a:xfrm>
          <a:prstGeom prst="rect">
            <a:avLst/>
          </a:prstGeom>
          <a:solidFill>
            <a:srgbClr val="DCFCE7"/>
          </a:solidFill>
          <a:ln w="12700">
            <a:solidFill>
              <a:srgbClr val="DCFCE7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097280" y="4069080"/>
            <a:ext cx="1371600" cy="502920"/>
          </a:xfrm>
          <a:prstGeom prst="rect">
            <a:avLst/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246120" y="1508760"/>
            <a:ext cx="4389120" cy="3337560"/>
          </a:xfrm>
          <a:prstGeom prst="roundRect">
            <a:avLst>
              <a:gd name="adj" fmla="val 2192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474720" y="1801368"/>
            <a:ext cx="3931920" cy="347472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474720" y="2377440"/>
            <a:ext cx="3931920" cy="1143000"/>
          </a:xfrm>
          <a:prstGeom prst="rect">
            <a:avLst/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474720" y="3749040"/>
            <a:ext cx="1200912" cy="777240"/>
          </a:xfrm>
          <a:prstGeom prst="rect">
            <a:avLst/>
          </a:prstGeom>
          <a:solidFill>
            <a:srgbClr val="DCFCE7"/>
          </a:solidFill>
          <a:ln w="12700">
            <a:solidFill>
              <a:srgbClr val="DCFCE7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840224" y="3749040"/>
            <a:ext cx="1200912" cy="777240"/>
          </a:xfrm>
          <a:prstGeom prst="rect">
            <a:avLst/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205728" y="3749040"/>
            <a:ext cx="1200912" cy="777240"/>
          </a:xfrm>
          <a:prstGeom prst="rect">
            <a:avLst/>
          </a:prstGeom>
          <a:solidFill>
            <a:srgbClr val="EDE9FE"/>
          </a:solidFill>
          <a:ln w="12700">
            <a:solidFill>
              <a:srgbClr val="EDE9F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96112" y="589788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4324D"/>
                </a:solidFill>
              </a:rPr>
              <a:t>Móvil primero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4434840" y="5074920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4324D"/>
                </a:solidFill>
              </a:rPr>
              <a:t>Después se amplía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2907792" y="2944368"/>
            <a:ext cx="292608" cy="384048"/>
          </a:xfrm>
          <a:prstGeom prst="chevron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138160" y="1143000"/>
            <a:ext cx="1874520" cy="310896"/>
          </a:xfrm>
          <a:prstGeom prst="roundRect">
            <a:avLst>
              <a:gd name="adj" fmla="val 23529"/>
            </a:avLst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83880" y="1211580"/>
            <a:ext cx="178308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1. Meta viewport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8138160" y="2148840"/>
            <a:ext cx="2331720" cy="310896"/>
          </a:xfrm>
          <a:prstGeom prst="roundRect">
            <a:avLst>
              <a:gd name="adj" fmla="val 23529"/>
            </a:avLst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183880" y="2217420"/>
            <a:ext cx="224028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2. Container + row + col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8138160" y="3154680"/>
            <a:ext cx="1737360" cy="310896"/>
          </a:xfrm>
          <a:prstGeom prst="roundRect">
            <a:avLst>
              <a:gd name="adj" fmla="val 23529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183880" y="3223260"/>
            <a:ext cx="164592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3. Breakpoints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8138160" y="4160520"/>
            <a:ext cx="2148840" cy="310896"/>
          </a:xfrm>
          <a:prstGeom prst="roundRect">
            <a:avLst>
              <a:gd name="adj" fmla="val 23529"/>
            </a:avLst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183880" y="4229100"/>
            <a:ext cx="205740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4. Prueba en móvil real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8366760" y="4645152"/>
            <a:ext cx="3154680" cy="1627632"/>
          </a:xfrm>
          <a:prstGeom prst="roundRect">
            <a:avLst>
              <a:gd name="adj" fmla="val 4494"/>
            </a:avLst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549640" y="4809744"/>
            <a:ext cx="2788920" cy="13533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&lt;meta name="viewport"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content="width=device-width,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initial-scale=1"&gt;</a:t>
            </a:r>
            <a:endParaRPr lang="en-US" sz="1220" dirty="0"/>
          </a:p>
          <a:p>
            <a:pPr indent="0" marL="0">
              <a:buNone/>
            </a:pP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&lt;div class="container"&gt;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&lt;div class="row g-3"&gt;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&lt;div class="col-12 col-md-6"&gt;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Contenido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&lt;/div&gt;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&lt;/div&gt;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&lt;/div&gt;</a:t>
            </a:r>
            <a:endParaRPr lang="en-US" sz="122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20040"/>
            <a:ext cx="7863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432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Trucos rápidos para una web responsive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603504" y="786384"/>
            <a:ext cx="8412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Úsalos como checklist antes de entregar una maqueta responsive.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713232" y="1188720"/>
            <a:ext cx="530352" cy="530352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86384" y="1344168"/>
            <a:ext cx="38404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01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417320" y="1143000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4324D"/>
                </a:solidFill>
              </a:rPr>
              <a:t>Columnas fluidas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1417320" y="1527048"/>
            <a:ext cx="3886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</a:rPr>
              <a:t>Evita anchos fijos: usa col-12 col-md-6 col-lg-4.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713232" y="2423160"/>
            <a:ext cx="530352" cy="530352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86384" y="2578608"/>
            <a:ext cx="38404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02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417320" y="2377440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4324D"/>
                </a:solidFill>
              </a:rPr>
              <a:t>Espaciado responsive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1417320" y="2761488"/>
            <a:ext cx="3886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</a:rPr>
              <a:t>Cambia márgenes y padding: p-2 p-md-4, mt-3 mt-lg-5.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713232" y="3657600"/>
            <a:ext cx="530352" cy="530352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86384" y="3813048"/>
            <a:ext cx="38404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03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417320" y="3611880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4324D"/>
                </a:solidFill>
              </a:rPr>
              <a:t>Imágenes adaptables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1417320" y="3995928"/>
            <a:ext cx="3886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</a:rPr>
              <a:t>Añade img-fluid para que no rompan el contenedor.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713232" y="4892040"/>
            <a:ext cx="530352" cy="530352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86384" y="5047488"/>
            <a:ext cx="38404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04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417320" y="4846320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4324D"/>
                </a:solidFill>
              </a:rPr>
              <a:t>Tablas y navbars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1417320" y="5230368"/>
            <a:ext cx="3886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</a:rPr>
              <a:t>Usa table-responsive y navbar-expand-lg con toggler.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5760720" y="1060704"/>
            <a:ext cx="5715000" cy="5102352"/>
          </a:xfrm>
          <a:prstGeom prst="roundRect">
            <a:avLst>
              <a:gd name="adj" fmla="val 215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080760" y="132588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4324D"/>
                </a:solidFill>
              </a:rPr>
              <a:t>Ejemplo práctico</a:t>
            </a:r>
            <a:endParaRPr lang="en-US" sz="1800" dirty="0"/>
          </a:p>
        </p:txBody>
      </p:sp>
      <p:sp>
        <p:nvSpPr>
          <p:cNvPr id="22" name="Shape 20"/>
          <p:cNvSpPr/>
          <p:nvPr/>
        </p:nvSpPr>
        <p:spPr>
          <a:xfrm>
            <a:off x="6080760" y="1828800"/>
            <a:ext cx="4983480" cy="2423160"/>
          </a:xfrm>
          <a:prstGeom prst="roundRect">
            <a:avLst>
              <a:gd name="adj" fmla="val 3019"/>
            </a:avLst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263640" y="1993392"/>
            <a:ext cx="4617720" cy="21488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&lt;section class="container py-4 py-lg-5"&gt;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&lt;div class="row g-3 g-lg-4 align-items-center"&gt;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&lt;div class="col-12 col-lg-6"&gt;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&lt;img class="img-fluid rounded" src="..."&gt;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&lt;/div&gt;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&lt;div class="col-12 col-lg-6"&gt;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&lt;h1 class="fs-2 fs-lg-1"&gt;Título&lt;/h1&gt;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&lt;p class="mb-4"&gt;Texto adaptable&lt;/p&gt;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&lt;/div&gt;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&lt;/div&gt;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&lt;/section&gt;</a:t>
            </a:r>
            <a:endParaRPr lang="en-US" sz="1220" dirty="0"/>
          </a:p>
        </p:txBody>
      </p:sp>
      <p:sp>
        <p:nvSpPr>
          <p:cNvPr id="24" name="Text 22"/>
          <p:cNvSpPr/>
          <p:nvPr/>
        </p:nvSpPr>
        <p:spPr>
          <a:xfrm>
            <a:off x="6080760" y="4553712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4324D"/>
                </a:solidFill>
              </a:rPr>
              <a:t>Breakpoints útiles</a:t>
            </a:r>
            <a:endParaRPr lang="en-US" sz="1350" dirty="0"/>
          </a:p>
        </p:txBody>
      </p:sp>
      <p:sp>
        <p:nvSpPr>
          <p:cNvPr id="25" name="Shape 23"/>
          <p:cNvSpPr/>
          <p:nvPr/>
        </p:nvSpPr>
        <p:spPr>
          <a:xfrm>
            <a:off x="6080760" y="4956048"/>
            <a:ext cx="713232" cy="530352"/>
          </a:xfrm>
          <a:prstGeom prst="roundRect">
            <a:avLst>
              <a:gd name="adj" fmla="val 10345"/>
            </a:avLst>
          </a:prstGeom>
          <a:solidFill>
            <a:srgbClr val="DBEAFE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153912" y="5029200"/>
            <a:ext cx="5486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4324D"/>
                </a:solidFill>
              </a:rPr>
              <a:t>sm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6099048" y="5257800"/>
            <a:ext cx="67665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dirty="0">
                <a:solidFill>
                  <a:srgbClr val="64748B"/>
                </a:solidFill>
              </a:rPr>
              <a:t>&gt;=576</a:t>
            </a:r>
            <a:endParaRPr lang="en-US" sz="680" dirty="0"/>
          </a:p>
        </p:txBody>
      </p:sp>
      <p:sp>
        <p:nvSpPr>
          <p:cNvPr id="28" name="Shape 26"/>
          <p:cNvSpPr/>
          <p:nvPr/>
        </p:nvSpPr>
        <p:spPr>
          <a:xfrm>
            <a:off x="7013448" y="4956048"/>
            <a:ext cx="713232" cy="530352"/>
          </a:xfrm>
          <a:prstGeom prst="roundRect">
            <a:avLst>
              <a:gd name="adj" fmla="val 10345"/>
            </a:avLst>
          </a:prstGeom>
          <a:solidFill>
            <a:srgbClr val="DCFCE7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086600" y="5029200"/>
            <a:ext cx="5486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4324D"/>
                </a:solidFill>
              </a:rPr>
              <a:t>md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7031736" y="5257800"/>
            <a:ext cx="67665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dirty="0">
                <a:solidFill>
                  <a:srgbClr val="64748B"/>
                </a:solidFill>
              </a:rPr>
              <a:t>&gt;=768</a:t>
            </a:r>
            <a:endParaRPr lang="en-US" sz="680" dirty="0"/>
          </a:p>
        </p:txBody>
      </p:sp>
      <p:sp>
        <p:nvSpPr>
          <p:cNvPr id="31" name="Shape 29"/>
          <p:cNvSpPr/>
          <p:nvPr/>
        </p:nvSpPr>
        <p:spPr>
          <a:xfrm>
            <a:off x="7946136" y="4956048"/>
            <a:ext cx="713232" cy="530352"/>
          </a:xfrm>
          <a:prstGeom prst="roundRect">
            <a:avLst>
              <a:gd name="adj" fmla="val 10345"/>
            </a:avLst>
          </a:prstGeom>
          <a:solidFill>
            <a:srgbClr val="FEF3C7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019288" y="5029200"/>
            <a:ext cx="5486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4324D"/>
                </a:solidFill>
              </a:rPr>
              <a:t>lg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7964424" y="5257800"/>
            <a:ext cx="67665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dirty="0">
                <a:solidFill>
                  <a:srgbClr val="64748B"/>
                </a:solidFill>
              </a:rPr>
              <a:t>&gt;=992</a:t>
            </a:r>
            <a:endParaRPr lang="en-US" sz="680" dirty="0"/>
          </a:p>
        </p:txBody>
      </p:sp>
      <p:sp>
        <p:nvSpPr>
          <p:cNvPr id="34" name="Shape 32"/>
          <p:cNvSpPr/>
          <p:nvPr/>
        </p:nvSpPr>
        <p:spPr>
          <a:xfrm>
            <a:off x="8878824" y="4956048"/>
            <a:ext cx="713232" cy="530352"/>
          </a:xfrm>
          <a:prstGeom prst="roundRect">
            <a:avLst>
              <a:gd name="adj" fmla="val 10345"/>
            </a:avLst>
          </a:prstGeom>
          <a:solidFill>
            <a:srgbClr val="EDE9FE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8951976" y="5029200"/>
            <a:ext cx="5486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4324D"/>
                </a:solidFill>
              </a:rPr>
              <a:t>xl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8897112" y="5257800"/>
            <a:ext cx="67665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dirty="0">
                <a:solidFill>
                  <a:srgbClr val="64748B"/>
                </a:solidFill>
              </a:rPr>
              <a:t>&gt;=1200</a:t>
            </a:r>
            <a:endParaRPr lang="en-US" sz="680" dirty="0"/>
          </a:p>
        </p:txBody>
      </p:sp>
      <p:sp>
        <p:nvSpPr>
          <p:cNvPr id="37" name="Shape 35"/>
          <p:cNvSpPr/>
          <p:nvPr/>
        </p:nvSpPr>
        <p:spPr>
          <a:xfrm>
            <a:off x="9811512" y="4956048"/>
            <a:ext cx="713232" cy="530352"/>
          </a:xfrm>
          <a:prstGeom prst="roundRect">
            <a:avLst>
              <a:gd name="adj" fmla="val 10345"/>
            </a:avLst>
          </a:prstGeom>
          <a:solidFill>
            <a:srgbClr val="FFE4E6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9884664" y="5029200"/>
            <a:ext cx="5486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4324D"/>
                </a:solidFill>
              </a:rPr>
              <a:t>xxl</a:t>
            </a:r>
            <a:endParaRPr lang="en-US" sz="1050" dirty="0"/>
          </a:p>
        </p:txBody>
      </p:sp>
      <p:sp>
        <p:nvSpPr>
          <p:cNvPr id="39" name="Text 37"/>
          <p:cNvSpPr/>
          <p:nvPr/>
        </p:nvSpPr>
        <p:spPr>
          <a:xfrm>
            <a:off x="9829800" y="5257800"/>
            <a:ext cx="67665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dirty="0">
                <a:solidFill>
                  <a:srgbClr val="64748B"/>
                </a:solidFill>
              </a:rPr>
              <a:t>&gt;=1400</a:t>
            </a:r>
            <a:endParaRPr lang="en-US" sz="680" dirty="0"/>
          </a:p>
        </p:txBody>
      </p:sp>
      <p:sp>
        <p:nvSpPr>
          <p:cNvPr id="40" name="Text 38"/>
          <p:cNvSpPr/>
          <p:nvPr/>
        </p:nvSpPr>
        <p:spPr>
          <a:xfrm>
            <a:off x="6080760" y="5669280"/>
            <a:ext cx="4800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</a:rPr>
              <a:t>Consejo: no pienses en “iPhone” o “tablet”; piensa en rangos de anchura.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Responsive con Bootstrap</dc:title>
  <dc:subject>Consejos para web responsive con Bootstrap</dc:subject>
  <dc:creator>OpenAI</dc:creator>
  <cp:lastModifiedBy>OpenAI</cp:lastModifiedBy>
  <cp:revision>1</cp:revision>
  <dcterms:created xsi:type="dcterms:W3CDTF">2026-06-05T10:03:03Z</dcterms:created>
  <dcterms:modified xsi:type="dcterms:W3CDTF">2026-06-05T10:03:03Z</dcterms:modified>
</cp:coreProperties>
</file>