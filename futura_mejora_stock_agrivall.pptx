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wide_clean_presentation_slide_infographic_on_a_l_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